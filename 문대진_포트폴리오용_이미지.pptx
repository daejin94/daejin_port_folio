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</p:sldIdLst>
  <p:sldSz cx="14257338" cy="8020050"/>
  <p:notesSz cx="6858000" cy="9144000"/>
  <p:embeddedFontLst>
    <p:embeddedFont>
      <p:font typeface="Noto Sans KR" panose="020B0200000000000000" pitchFamily="50" charset="-127"/>
      <p:regular r:id="rId15"/>
      <p:bold r:id="rId16"/>
    </p:embeddedFont>
    <p:embeddedFont>
      <p:font typeface="Noto Sans KR Black" panose="020B0200000000000000" pitchFamily="50" charset="-127"/>
      <p:bold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8D4E"/>
    <a:srgbClr val="80AF81"/>
    <a:srgbClr val="1A5319"/>
    <a:srgbClr val="2B9773"/>
    <a:srgbClr val="447B7E"/>
    <a:srgbClr val="468260"/>
    <a:srgbClr val="3A75B0"/>
    <a:srgbClr val="57B5AF"/>
    <a:srgbClr val="252525"/>
    <a:srgbClr val="BEE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 autoAdjust="0"/>
    <p:restoredTop sz="94681" autoAdjust="0"/>
  </p:normalViewPr>
  <p:slideViewPr>
    <p:cSldViewPr snapToGrid="0">
      <p:cViewPr varScale="1">
        <p:scale>
          <a:sx n="92" d="100"/>
          <a:sy n="92" d="100"/>
        </p:scale>
        <p:origin x="82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C02A021-9EF5-3847-AA8A-10836C330B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FF8038-A495-F40E-BB9F-C2F4A9B8F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E6AFD-91E3-45AD-A05A-572BFF058F8E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44C189-9C4F-A096-EBB1-B5049114A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791E3A-B62E-77E8-6758-024080DB36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5A9F2-EE39-4142-BEE3-5F3279CB6C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932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E417E-C2EC-425C-B420-CF724443A5AE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36961-299C-49BC-BC33-AA2CF7FEB5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4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167" y="1312541"/>
            <a:ext cx="10693004" cy="2792166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167" y="4212383"/>
            <a:ext cx="10693004" cy="1936322"/>
          </a:xfrm>
        </p:spPr>
        <p:txBody>
          <a:bodyPr/>
          <a:lstStyle>
            <a:lvl1pPr marL="0" indent="0" algn="ctr">
              <a:buNone/>
              <a:defRPr sz="2807"/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1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1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766" y="1999444"/>
            <a:ext cx="12296954" cy="3336117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766" y="5367123"/>
            <a:ext cx="12296954" cy="1754385"/>
          </a:xfrm>
        </p:spPr>
        <p:txBody>
          <a:bodyPr/>
          <a:lstStyle>
            <a:lvl1pPr marL="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17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192" y="2134967"/>
            <a:ext cx="6059369" cy="5088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7777" y="2134967"/>
            <a:ext cx="6059369" cy="5088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82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49" y="426994"/>
            <a:ext cx="12296954" cy="1550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049" y="1966027"/>
            <a:ext cx="6031522" cy="963519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049" y="2929546"/>
            <a:ext cx="6031522" cy="4308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17777" y="1966027"/>
            <a:ext cx="6061226" cy="963519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17777" y="2929546"/>
            <a:ext cx="6061226" cy="4308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05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2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50" y="534670"/>
            <a:ext cx="4598362" cy="187134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1226" y="1154739"/>
            <a:ext cx="7217777" cy="5699434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050" y="2406015"/>
            <a:ext cx="4598362" cy="4457440"/>
          </a:xfr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33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50" y="534670"/>
            <a:ext cx="4598362" cy="187134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226" y="1154739"/>
            <a:ext cx="7217777" cy="5699434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050" y="2406015"/>
            <a:ext cx="4598362" cy="4457440"/>
          </a:xfr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0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81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2907" y="426993"/>
            <a:ext cx="3074239" cy="67966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0192" y="426993"/>
            <a:ext cx="9044499" cy="67966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03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0192" y="426994"/>
            <a:ext cx="12296954" cy="155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0192" y="2134967"/>
            <a:ext cx="12296954" cy="508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0192" y="7433399"/>
            <a:ext cx="3207901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2A79-3CD5-45FF-B4A2-CB727F17E6E3}" type="datetimeFigureOut">
              <a:rPr lang="ko-KR" altLang="en-US" smtClean="0"/>
              <a:t>06-04(Wed)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2743" y="7433399"/>
            <a:ext cx="4811852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69245" y="7433399"/>
            <a:ext cx="3207901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91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69299" rtl="0" eaLnBrk="1" latinLnBrk="1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25" indent="-267325" algn="l" defTabSz="1069299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75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33662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27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92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57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aronryu.notion.sit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aronryu.notion.site/14f2b2fcf42c80589e15c538ecfb9908" TargetMode="External"/><Relationship Id="rId4" Type="http://schemas.openxmlformats.org/officeDocument/2006/relationships/hyperlink" Target="https://groovy-father-b29.notion.site/1cc12a59fa388046a519dbbb0213fc58#20812a59fa3880f286cdd269970171a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net.wins.ktraon2&amp;hl=k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-ins.net/" TargetMode="External"/><Relationship Id="rId4" Type="http://schemas.openxmlformats.org/officeDocument/2006/relationships/hyperlink" Target="https://play.google.com/store/apps/details?id=net.wins.skroicv4&amp;hl=k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roovy-father-b29.notion.site/1cc12a59fa388046a519dbbb0213fc58#20812a59fa3880d1b9f9e91ad5da639b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google.com/googleplay/android-developer/answer/11926878?hl=k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roovy-father-b29.notion.site/1cc12a59fa388046a519dbbb0213fc58#20812a59fa3880fc9a02fc350cf1fca5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roovy-father-b29.notion.site/1cc12a59fa388046a519dbbb0213fc58#20812a59fa388053a097e9aa464b9d30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roovy-father-b29.notion.site/1cc12a59fa388046a519dbbb0213fc58#20812a59fa3880faae26d587a0281233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roovy-father-b29.notion.site/1cc12a59fa388046a519dbbb0213fc58#20812a59fa3880f286cdd269970171a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Jbx-mKfPK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79525D-3520-E86E-1B62-31FE6C63C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1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C3A298-72F1-0FF8-CDC4-61B233B7B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9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EB65B9-69DE-A6AA-67C0-F0E07AFDB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9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53E9-7B94-6EAC-B07E-8A923BE9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B55A9AC-ABA6-D1B7-436C-1923C4F98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55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46A5-2842-2937-1122-13596850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D27C959-9DA4-B349-D2D6-CDCE8E72F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10" name="직사각형 9">
            <a:hlinkClick r:id="rId3"/>
            <a:extLst>
              <a:ext uri="{FF2B5EF4-FFF2-40B4-BE49-F238E27FC236}">
                <a16:creationId xmlns:a16="http://schemas.microsoft.com/office/drawing/2014/main" id="{F3DEC6BE-B56E-A2E6-8A84-E827A62D79F3}"/>
              </a:ext>
            </a:extLst>
          </p:cNvPr>
          <p:cNvSpPr/>
          <p:nvPr/>
        </p:nvSpPr>
        <p:spPr>
          <a:xfrm>
            <a:off x="8001938" y="1743941"/>
            <a:ext cx="1493044" cy="24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hlinkClick r:id="rId4"/>
            <a:extLst>
              <a:ext uri="{FF2B5EF4-FFF2-40B4-BE49-F238E27FC236}">
                <a16:creationId xmlns:a16="http://schemas.microsoft.com/office/drawing/2014/main" id="{767FE0F0-DB45-89EA-460A-89A41F27EE98}"/>
              </a:ext>
            </a:extLst>
          </p:cNvPr>
          <p:cNvSpPr/>
          <p:nvPr/>
        </p:nvSpPr>
        <p:spPr>
          <a:xfrm>
            <a:off x="5778284" y="1743941"/>
            <a:ext cx="2140744" cy="24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hlinkClick r:id="rId5"/>
            <a:extLst>
              <a:ext uri="{FF2B5EF4-FFF2-40B4-BE49-F238E27FC236}">
                <a16:creationId xmlns:a16="http://schemas.microsoft.com/office/drawing/2014/main" id="{2058B25C-19BC-1109-7E33-CE4014ABD442}"/>
              </a:ext>
            </a:extLst>
          </p:cNvPr>
          <p:cNvSpPr/>
          <p:nvPr/>
        </p:nvSpPr>
        <p:spPr>
          <a:xfrm>
            <a:off x="4496883" y="1743941"/>
            <a:ext cx="1208882" cy="24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59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D7A79-ACEF-CFBB-301C-6F305E49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E314342-2C78-11CA-4A0E-BF05B4E10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6" name="직사각형 5">
            <a:hlinkClick r:id="rId3"/>
            <a:extLst>
              <a:ext uri="{FF2B5EF4-FFF2-40B4-BE49-F238E27FC236}">
                <a16:creationId xmlns:a16="http://schemas.microsoft.com/office/drawing/2014/main" id="{6CD35AF4-EECA-91FF-B363-FBED500662EF}"/>
              </a:ext>
            </a:extLst>
          </p:cNvPr>
          <p:cNvSpPr/>
          <p:nvPr/>
        </p:nvSpPr>
        <p:spPr>
          <a:xfrm>
            <a:off x="1238250" y="2471738"/>
            <a:ext cx="202168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hlinkClick r:id="rId4"/>
            <a:extLst>
              <a:ext uri="{FF2B5EF4-FFF2-40B4-BE49-F238E27FC236}">
                <a16:creationId xmlns:a16="http://schemas.microsoft.com/office/drawing/2014/main" id="{D3120733-6444-C3B6-9AC8-C8CAF17A2402}"/>
              </a:ext>
            </a:extLst>
          </p:cNvPr>
          <p:cNvSpPr/>
          <p:nvPr/>
        </p:nvSpPr>
        <p:spPr>
          <a:xfrm>
            <a:off x="3452813" y="2471738"/>
            <a:ext cx="817958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31824A-F26B-CAAB-9706-02F9E2077C9F}"/>
              </a:ext>
            </a:extLst>
          </p:cNvPr>
          <p:cNvSpPr/>
          <p:nvPr/>
        </p:nvSpPr>
        <p:spPr>
          <a:xfrm>
            <a:off x="4876800" y="1765300"/>
            <a:ext cx="1676400" cy="244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hlinkClick r:id="rId5"/>
            <a:extLst>
              <a:ext uri="{FF2B5EF4-FFF2-40B4-BE49-F238E27FC236}">
                <a16:creationId xmlns:a16="http://schemas.microsoft.com/office/drawing/2014/main" id="{F27F19CF-0451-BF4A-929A-5973C5154760}"/>
              </a:ext>
            </a:extLst>
          </p:cNvPr>
          <p:cNvSpPr/>
          <p:nvPr/>
        </p:nvSpPr>
        <p:spPr>
          <a:xfrm>
            <a:off x="4836319" y="1765300"/>
            <a:ext cx="1740694" cy="244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50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7C8F-876B-C59E-7707-CE2F9A21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F53B601-E35B-065E-2A66-15D530B69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4" name="직사각형 3">
            <a:hlinkClick r:id="rId3"/>
            <a:extLst>
              <a:ext uri="{FF2B5EF4-FFF2-40B4-BE49-F238E27FC236}">
                <a16:creationId xmlns:a16="http://schemas.microsoft.com/office/drawing/2014/main" id="{5E8AD8C2-2F96-425C-C631-A686F0494D5C}"/>
              </a:ext>
            </a:extLst>
          </p:cNvPr>
          <p:cNvSpPr/>
          <p:nvPr/>
        </p:nvSpPr>
        <p:spPr>
          <a:xfrm>
            <a:off x="1219200" y="6829425"/>
            <a:ext cx="1133475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hlinkClick r:id="rId4"/>
            <a:extLst>
              <a:ext uri="{FF2B5EF4-FFF2-40B4-BE49-F238E27FC236}">
                <a16:creationId xmlns:a16="http://schemas.microsoft.com/office/drawing/2014/main" id="{3F1344E6-4ADD-1EB9-276D-8BCF10DD717D}"/>
              </a:ext>
            </a:extLst>
          </p:cNvPr>
          <p:cNvSpPr/>
          <p:nvPr/>
        </p:nvSpPr>
        <p:spPr>
          <a:xfrm>
            <a:off x="12261273" y="1799359"/>
            <a:ext cx="399833" cy="2294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18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FB0A-3ED6-13F9-371A-8DE8A12C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BB5BAD-D42B-D759-3CAF-0F17EB485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4" name="직사각형 3">
            <a:hlinkClick r:id="rId3"/>
            <a:extLst>
              <a:ext uri="{FF2B5EF4-FFF2-40B4-BE49-F238E27FC236}">
                <a16:creationId xmlns:a16="http://schemas.microsoft.com/office/drawing/2014/main" id="{8EF58C2A-2990-A9A7-42E6-3BD25327849A}"/>
              </a:ext>
            </a:extLst>
          </p:cNvPr>
          <p:cNvSpPr/>
          <p:nvPr/>
        </p:nvSpPr>
        <p:spPr>
          <a:xfrm>
            <a:off x="1219200" y="6829425"/>
            <a:ext cx="1133475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06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40BD-5E31-F0C7-F88F-2DCB3062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A4AFD7-90CF-6AF2-8771-E6C2435B2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4" name="직사각형 3">
            <a:hlinkClick r:id="rId3"/>
            <a:extLst>
              <a:ext uri="{FF2B5EF4-FFF2-40B4-BE49-F238E27FC236}">
                <a16:creationId xmlns:a16="http://schemas.microsoft.com/office/drawing/2014/main" id="{A18CE4CC-DBD7-D623-28E7-1F0F0E488C21}"/>
              </a:ext>
            </a:extLst>
          </p:cNvPr>
          <p:cNvSpPr/>
          <p:nvPr/>
        </p:nvSpPr>
        <p:spPr>
          <a:xfrm>
            <a:off x="1219200" y="6829425"/>
            <a:ext cx="1133475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49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39BE-00BB-551E-45C8-AEE1C8A67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ADF86AA-F4E3-4FB5-75F0-2BEDDD781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4" name="직사각형 3">
            <a:hlinkClick r:id="rId3"/>
            <a:extLst>
              <a:ext uri="{FF2B5EF4-FFF2-40B4-BE49-F238E27FC236}">
                <a16:creationId xmlns:a16="http://schemas.microsoft.com/office/drawing/2014/main" id="{4A2E1F81-5672-0499-C087-C76F0C44CF64}"/>
              </a:ext>
            </a:extLst>
          </p:cNvPr>
          <p:cNvSpPr/>
          <p:nvPr/>
        </p:nvSpPr>
        <p:spPr>
          <a:xfrm>
            <a:off x="1219200" y="6829425"/>
            <a:ext cx="1133475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461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6000-8893-CE2B-5405-FACEA73E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ECF08E8-3FE8-B933-1029-B8C19982A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4257338" cy="8019157"/>
          </a:xfrm>
          <a:prstGeom prst="rect">
            <a:avLst/>
          </a:prstGeom>
        </p:spPr>
      </p:pic>
      <p:sp>
        <p:nvSpPr>
          <p:cNvPr id="4" name="직사각형 3">
            <a:hlinkClick r:id="rId3"/>
            <a:extLst>
              <a:ext uri="{FF2B5EF4-FFF2-40B4-BE49-F238E27FC236}">
                <a16:creationId xmlns:a16="http://schemas.microsoft.com/office/drawing/2014/main" id="{6B1F9636-435A-6638-A6A9-464B7F8B78CE}"/>
              </a:ext>
            </a:extLst>
          </p:cNvPr>
          <p:cNvSpPr/>
          <p:nvPr/>
        </p:nvSpPr>
        <p:spPr>
          <a:xfrm>
            <a:off x="1219200" y="6829425"/>
            <a:ext cx="1133475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hlinkClick r:id="rId4"/>
            <a:extLst>
              <a:ext uri="{FF2B5EF4-FFF2-40B4-BE49-F238E27FC236}">
                <a16:creationId xmlns:a16="http://schemas.microsoft.com/office/drawing/2014/main" id="{A6BA43C5-B952-2EE4-032A-DBC275D32276}"/>
              </a:ext>
            </a:extLst>
          </p:cNvPr>
          <p:cNvSpPr/>
          <p:nvPr/>
        </p:nvSpPr>
        <p:spPr>
          <a:xfrm>
            <a:off x="2714625" y="6829425"/>
            <a:ext cx="1133475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013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">
      <a:majorFont>
        <a:latin typeface="Noto Sans KR Black"/>
        <a:ea typeface="Noto Sans KR Black"/>
        <a:cs typeface=""/>
      </a:majorFont>
      <a:minorFont>
        <a:latin typeface="Noto Sans KR"/>
        <a:ea typeface="Noto Sans K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650</TotalTime>
  <Words>0</Words>
  <Application>Microsoft Office PowerPoint</Application>
  <PresentationFormat>사용자 지정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 Black</vt:lpstr>
      <vt:lpstr>Arial</vt:lpstr>
      <vt:lpstr>맑은 고딕</vt:lpstr>
      <vt:lpstr>Noto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daejin mun</dc:creator>
  <cp:lastModifiedBy>daejin mun</cp:lastModifiedBy>
  <cp:revision>34</cp:revision>
  <dcterms:created xsi:type="dcterms:W3CDTF">2025-02-04T07:41:41Z</dcterms:created>
  <dcterms:modified xsi:type="dcterms:W3CDTF">2025-06-04T13:13:32Z</dcterms:modified>
</cp:coreProperties>
</file>