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  <p:sldId id="265" r:id="rId11"/>
    <p:sldId id="266" r:id="rId12"/>
  </p:sldIdLst>
  <p:sldSz cx="14257338" cy="8020050"/>
  <p:notesSz cx="6858000" cy="9144000"/>
  <p:embeddedFontLst>
    <p:embeddedFont>
      <p:font typeface="Noto Sans KR" panose="020B0200000000000000" pitchFamily="50" charset="-127"/>
      <p:regular r:id="rId15"/>
      <p:bold r:id="rId16"/>
    </p:embeddedFont>
    <p:embeddedFont>
      <p:font typeface="Noto Sans KR Black" panose="020B0200000000000000" pitchFamily="50" charset="-127"/>
      <p:bold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8D4E"/>
    <a:srgbClr val="80AF81"/>
    <a:srgbClr val="1A5319"/>
    <a:srgbClr val="2B9773"/>
    <a:srgbClr val="447B7E"/>
    <a:srgbClr val="468260"/>
    <a:srgbClr val="3A75B0"/>
    <a:srgbClr val="57B5AF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81" autoAdjust="0"/>
  </p:normalViewPr>
  <p:slideViewPr>
    <p:cSldViewPr snapToGrid="0">
      <p:cViewPr>
        <p:scale>
          <a:sx n="66" d="100"/>
          <a:sy n="66" d="100"/>
        </p:scale>
        <p:origin x="1992" y="7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aronryu.notion.site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sac.oopy.io/" TargetMode="External"/><Relationship Id="rId5" Type="http://schemas.openxmlformats.org/officeDocument/2006/relationships/hyperlink" Target="https://aaronryu.notion.site/14f2b2fcf42c80589e15c538ecfb9908" TargetMode="External"/><Relationship Id="rId4" Type="http://schemas.openxmlformats.org/officeDocument/2006/relationships/hyperlink" Target="https://www.notion.so/1cc12a59fa388046a519dbbb0213fc58?pvs=4#1eb12a59fa388093be6edca5b736d4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net.wins.ktraon2&amp;hl=ko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-ins.net/" TargetMode="External"/><Relationship Id="rId4" Type="http://schemas.openxmlformats.org/officeDocument/2006/relationships/hyperlink" Target="https://play.google.com/store/apps/details?id=net.wins.skroicv4&amp;hl=k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pport.google.com/googleplay/android-developer/answer/11926878?hl=ko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4b9f5ff918eeff8c21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d212a59fa3880839b6efb1ae1a8f0d7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e012a59fa3880f2a8a6d373074676bc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e512a59fa38800fa849c9170892f46a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Jbx-mKfPK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9FFAA3F-415E-C47D-3C60-C613F097E1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91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00B1A28-9E5F-7C28-0A78-1F2297030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99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EBDCFE5-E4B4-41B2-2441-A90061868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199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E53E9-7B94-6EAC-B07E-8A923BE9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E3691E-3504-7FE7-B682-ACB019708B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55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346A5-2842-2937-1122-13596850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DED9535-0177-82C4-89D8-C5F0BF6C3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10" name="직사각형 9">
            <a:hlinkClick r:id="rId3"/>
            <a:extLst>
              <a:ext uri="{FF2B5EF4-FFF2-40B4-BE49-F238E27FC236}">
                <a16:creationId xmlns:a16="http://schemas.microsoft.com/office/drawing/2014/main" id="{F3DEC6BE-B56E-A2E6-8A84-E827A62D79F3}"/>
              </a:ext>
            </a:extLst>
          </p:cNvPr>
          <p:cNvSpPr/>
          <p:nvPr/>
        </p:nvSpPr>
        <p:spPr>
          <a:xfrm>
            <a:off x="9124156" y="1733550"/>
            <a:ext cx="1493044" cy="240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hlinkClick r:id="rId4"/>
            <a:extLst>
              <a:ext uri="{FF2B5EF4-FFF2-40B4-BE49-F238E27FC236}">
                <a16:creationId xmlns:a16="http://schemas.microsoft.com/office/drawing/2014/main" id="{767FE0F0-DB45-89EA-460A-89A41F27EE98}"/>
              </a:ext>
            </a:extLst>
          </p:cNvPr>
          <p:cNvSpPr/>
          <p:nvPr/>
        </p:nvSpPr>
        <p:spPr>
          <a:xfrm>
            <a:off x="6838156" y="1733550"/>
            <a:ext cx="2140744" cy="240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hlinkClick r:id="rId5"/>
            <a:extLst>
              <a:ext uri="{FF2B5EF4-FFF2-40B4-BE49-F238E27FC236}">
                <a16:creationId xmlns:a16="http://schemas.microsoft.com/office/drawing/2014/main" id="{2058B25C-19BC-1109-7E33-CE4014ABD442}"/>
              </a:ext>
            </a:extLst>
          </p:cNvPr>
          <p:cNvSpPr/>
          <p:nvPr/>
        </p:nvSpPr>
        <p:spPr>
          <a:xfrm>
            <a:off x="5484018" y="1733550"/>
            <a:ext cx="1208882" cy="240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hlinkClick r:id="rId6"/>
            <a:extLst>
              <a:ext uri="{FF2B5EF4-FFF2-40B4-BE49-F238E27FC236}">
                <a16:creationId xmlns:a16="http://schemas.microsoft.com/office/drawing/2014/main" id="{66AFF81B-36E2-CA43-DE46-7B30B77A0F16}"/>
              </a:ext>
            </a:extLst>
          </p:cNvPr>
          <p:cNvSpPr/>
          <p:nvPr/>
        </p:nvSpPr>
        <p:spPr>
          <a:xfrm>
            <a:off x="4317206" y="1733550"/>
            <a:ext cx="1012032" cy="240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592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D7A79-ACEF-CFBB-301C-6F305E493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85D92F3-D2F9-26F8-F6D7-1CB4876E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6" name="직사각형 5">
            <a:hlinkClick r:id="rId3"/>
            <a:extLst>
              <a:ext uri="{FF2B5EF4-FFF2-40B4-BE49-F238E27FC236}">
                <a16:creationId xmlns:a16="http://schemas.microsoft.com/office/drawing/2014/main" id="{6CD35AF4-EECA-91FF-B363-FBED500662EF}"/>
              </a:ext>
            </a:extLst>
          </p:cNvPr>
          <p:cNvSpPr/>
          <p:nvPr/>
        </p:nvSpPr>
        <p:spPr>
          <a:xfrm>
            <a:off x="1238250" y="2471738"/>
            <a:ext cx="202168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hlinkClick r:id="rId4"/>
            <a:extLst>
              <a:ext uri="{FF2B5EF4-FFF2-40B4-BE49-F238E27FC236}">
                <a16:creationId xmlns:a16="http://schemas.microsoft.com/office/drawing/2014/main" id="{D3120733-6444-C3B6-9AC8-C8CAF17A2402}"/>
              </a:ext>
            </a:extLst>
          </p:cNvPr>
          <p:cNvSpPr/>
          <p:nvPr/>
        </p:nvSpPr>
        <p:spPr>
          <a:xfrm>
            <a:off x="3452813" y="2471738"/>
            <a:ext cx="817958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431824A-F26B-CAAB-9706-02F9E2077C9F}"/>
              </a:ext>
            </a:extLst>
          </p:cNvPr>
          <p:cNvSpPr/>
          <p:nvPr/>
        </p:nvSpPr>
        <p:spPr>
          <a:xfrm>
            <a:off x="4876800" y="1765300"/>
            <a:ext cx="1676400" cy="2444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hlinkClick r:id="rId5"/>
            <a:extLst>
              <a:ext uri="{FF2B5EF4-FFF2-40B4-BE49-F238E27FC236}">
                <a16:creationId xmlns:a16="http://schemas.microsoft.com/office/drawing/2014/main" id="{F27F19CF-0451-BF4A-929A-5973C5154760}"/>
              </a:ext>
            </a:extLst>
          </p:cNvPr>
          <p:cNvSpPr/>
          <p:nvPr/>
        </p:nvSpPr>
        <p:spPr>
          <a:xfrm>
            <a:off x="4836319" y="1765300"/>
            <a:ext cx="1740694" cy="2444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504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D7C8F-876B-C59E-7707-CE2F9A211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8FDBC67-00BD-0036-1483-26550BC76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4" name="직사각형 3">
            <a:hlinkClick r:id="rId3"/>
            <a:extLst>
              <a:ext uri="{FF2B5EF4-FFF2-40B4-BE49-F238E27FC236}">
                <a16:creationId xmlns:a16="http://schemas.microsoft.com/office/drawing/2014/main" id="{5E8AD8C2-2F96-425C-C631-A686F0494D5C}"/>
              </a:ext>
            </a:extLst>
          </p:cNvPr>
          <p:cNvSpPr/>
          <p:nvPr/>
        </p:nvSpPr>
        <p:spPr>
          <a:xfrm>
            <a:off x="1219200" y="6829425"/>
            <a:ext cx="1133475" cy="342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hlinkClick r:id="rId4"/>
            <a:extLst>
              <a:ext uri="{FF2B5EF4-FFF2-40B4-BE49-F238E27FC236}">
                <a16:creationId xmlns:a16="http://schemas.microsoft.com/office/drawing/2014/main" id="{3F1344E6-4ADD-1EB9-276D-8BCF10DD717D}"/>
              </a:ext>
            </a:extLst>
          </p:cNvPr>
          <p:cNvSpPr/>
          <p:nvPr/>
        </p:nvSpPr>
        <p:spPr>
          <a:xfrm>
            <a:off x="12261273" y="1799359"/>
            <a:ext cx="399833" cy="2294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181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FB0A-3ED6-13F9-371A-8DE8A12CD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FC2262A-8DB7-28E6-40AE-1464DB718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4" name="직사각형 3">
            <a:hlinkClick r:id="rId3"/>
            <a:extLst>
              <a:ext uri="{FF2B5EF4-FFF2-40B4-BE49-F238E27FC236}">
                <a16:creationId xmlns:a16="http://schemas.microsoft.com/office/drawing/2014/main" id="{8EF58C2A-2990-A9A7-42E6-3BD25327849A}"/>
              </a:ext>
            </a:extLst>
          </p:cNvPr>
          <p:cNvSpPr/>
          <p:nvPr/>
        </p:nvSpPr>
        <p:spPr>
          <a:xfrm>
            <a:off x="1219200" y="6829425"/>
            <a:ext cx="1133475" cy="342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1060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40BD-5E31-F0C7-F88F-2DCB3062F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07F087B-5918-D866-6A72-6B642F4FF5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4" name="직사각형 3">
            <a:hlinkClick r:id="rId3"/>
            <a:extLst>
              <a:ext uri="{FF2B5EF4-FFF2-40B4-BE49-F238E27FC236}">
                <a16:creationId xmlns:a16="http://schemas.microsoft.com/office/drawing/2014/main" id="{A18CE4CC-DBD7-D623-28E7-1F0F0E488C21}"/>
              </a:ext>
            </a:extLst>
          </p:cNvPr>
          <p:cNvSpPr/>
          <p:nvPr/>
        </p:nvSpPr>
        <p:spPr>
          <a:xfrm>
            <a:off x="1219200" y="6829425"/>
            <a:ext cx="1133475" cy="342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449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239BE-00BB-551E-45C8-AEE1C8A67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FDF7B34-7C80-7CA1-512B-D2A057C2B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4" name="직사각형 3">
            <a:hlinkClick r:id="rId3"/>
            <a:extLst>
              <a:ext uri="{FF2B5EF4-FFF2-40B4-BE49-F238E27FC236}">
                <a16:creationId xmlns:a16="http://schemas.microsoft.com/office/drawing/2014/main" id="{4A2E1F81-5672-0499-C087-C76F0C44CF64}"/>
              </a:ext>
            </a:extLst>
          </p:cNvPr>
          <p:cNvSpPr/>
          <p:nvPr/>
        </p:nvSpPr>
        <p:spPr>
          <a:xfrm>
            <a:off x="1219200" y="6829425"/>
            <a:ext cx="1133475" cy="342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461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6000-8893-CE2B-5405-FACEA73E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519B3E8-1C43-4B55-F5C6-63071FC016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6"/>
            <a:ext cx="14257338" cy="8019157"/>
          </a:xfrm>
          <a:prstGeom prst="rect">
            <a:avLst/>
          </a:prstGeom>
        </p:spPr>
      </p:pic>
      <p:sp>
        <p:nvSpPr>
          <p:cNvPr id="4" name="직사각형 3">
            <a:hlinkClick r:id="rId3"/>
            <a:extLst>
              <a:ext uri="{FF2B5EF4-FFF2-40B4-BE49-F238E27FC236}">
                <a16:creationId xmlns:a16="http://schemas.microsoft.com/office/drawing/2014/main" id="{6B1F9636-435A-6638-A6A9-464B7F8B78CE}"/>
              </a:ext>
            </a:extLst>
          </p:cNvPr>
          <p:cNvSpPr/>
          <p:nvPr/>
        </p:nvSpPr>
        <p:spPr>
          <a:xfrm>
            <a:off x="1219200" y="6829425"/>
            <a:ext cx="1133475" cy="342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hlinkClick r:id="rId4"/>
            <a:extLst>
              <a:ext uri="{FF2B5EF4-FFF2-40B4-BE49-F238E27FC236}">
                <a16:creationId xmlns:a16="http://schemas.microsoft.com/office/drawing/2014/main" id="{A6BA43C5-B952-2EE4-032A-DBC275D32276}"/>
              </a:ext>
            </a:extLst>
          </p:cNvPr>
          <p:cNvSpPr/>
          <p:nvPr/>
        </p:nvSpPr>
        <p:spPr>
          <a:xfrm>
            <a:off x="2714625" y="6829425"/>
            <a:ext cx="1133475" cy="342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013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o Sans">
      <a:majorFont>
        <a:latin typeface="Noto Sans KR Black"/>
        <a:ea typeface="Noto Sans KR Black"/>
        <a:cs typeface=""/>
      </a:majorFont>
      <a:minorFont>
        <a:latin typeface="Noto Sans KR"/>
        <a:ea typeface="Noto Sans K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640</TotalTime>
  <Words>0</Words>
  <Application>Microsoft Office PowerPoint</Application>
  <PresentationFormat>사용자 지정</PresentationFormat>
  <Paragraphs>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Noto Sans KR Black</vt:lpstr>
      <vt:lpstr>Noto Sans KR</vt:lpstr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30</cp:revision>
  <dcterms:created xsi:type="dcterms:W3CDTF">2025-02-04T07:41:41Z</dcterms:created>
  <dcterms:modified xsi:type="dcterms:W3CDTF">2025-05-08T13:07:29Z</dcterms:modified>
</cp:coreProperties>
</file>