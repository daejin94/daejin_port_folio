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257338" cy="8020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260"/>
    <a:srgbClr val="57B5AF"/>
    <a:srgbClr val="3A75B0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 autoAdjust="0"/>
    <p:restoredTop sz="94681" autoAdjust="0"/>
  </p:normalViewPr>
  <p:slideViewPr>
    <p:cSldViewPr snapToGrid="0">
      <p:cViewPr varScale="1">
        <p:scale>
          <a:sx n="92" d="100"/>
          <a:sy n="92" d="100"/>
        </p:scale>
        <p:origin x="82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aronryu.notion.site/14f2b2fcf42c80589e15c538ecfb9908" TargetMode="External"/><Relationship Id="rId2" Type="http://schemas.openxmlformats.org/officeDocument/2006/relationships/hyperlink" Target="https://asac.oopy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aronryu.notion.site/" TargetMode="External"/><Relationship Id="rId5" Type="http://schemas.openxmlformats.org/officeDocument/2006/relationships/hyperlink" Target="https://www.notion.so/1cc12a59fa388046a519dbbb0213fc58?pvs=4#1eb12a59fa388093be6edca5b736d462" TargetMode="External"/><Relationship Id="rId4" Type="http://schemas.openxmlformats.org/officeDocument/2006/relationships/hyperlink" Target="https://file.notion.so/f/f/bc6d36ed-04f7-4131-9996-d9ef89865e34/f6175de4-22b7-47b1-bf9d-14c37eafefd7/ALYES_%EB%B0%9C%ED%91%9C%EC%9E%90%EB%A3%8C.pdf?table=block&amp;id=1c012a59-fa38-8123-b8b2-dc4aa3cedb12&amp;spaceId=bc6d36ed-04f7-4131-9996-d9ef89865e34&amp;expirationTimestamp=1743688800000&amp;signature=7WqQx-mF98m9jbov53mDxH9v_ZGWVM5X-z7GEPpEZ1o&amp;downloadName=ALYES+%EB%B0%9C%ED%91%9C%EC%9E%90%EB%A3%8Cpdf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net.wins.ktraon2&amp;hl=ko" TargetMode="External"/><Relationship Id="rId2" Type="http://schemas.openxmlformats.org/officeDocument/2006/relationships/hyperlink" Target="https://w-ins.n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lay.google.com/store/apps/details?id=net.wins.skroicv4&amp;hl=k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4b9f5ff918eeff8c21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c49474d7c1e4f9e3c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103473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621792" y="564922"/>
            <a:ext cx="38591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468260"/>
                </a:solidFill>
              </a:rPr>
              <a:t>문대진 </a:t>
            </a:r>
            <a:r>
              <a:rPr lang="en-US" altLang="ko-KR" sz="4000" b="1" dirty="0">
                <a:solidFill>
                  <a:srgbClr val="468260"/>
                </a:solidFill>
              </a:rPr>
              <a:t>Portfolio</a:t>
            </a:r>
            <a:endParaRPr lang="ko-KR" altLang="en-US" sz="4000" b="1" dirty="0">
              <a:solidFill>
                <a:srgbClr val="46826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301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/>
              <a:t>💡 </a:t>
            </a:r>
            <a:r>
              <a:rPr lang="ko-KR" altLang="en-US" sz="2400" b="1" dirty="0">
                <a:solidFill>
                  <a:srgbClr val="468260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468260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010-5555-6666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4" y="5170712"/>
            <a:ext cx="696556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B5CAD46A-5D4B-B6A5-52D7-E1DDC3031ED0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A01ED0A2-259A-616C-5459-B0F021F5D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D49EA6C-B69A-A383-FD01-ED66D1D9E36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Skills / Language &amp; Frameworks</a:t>
            </a:r>
            <a:endParaRPr lang="ko-KR" altLang="en-US" sz="4000" b="1" dirty="0">
              <a:solidFill>
                <a:srgbClr val="46826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23504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893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3C77E932-E4EB-91B8-E9BB-F207B0A00758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3828BAD-E2CF-3575-6ED4-C7EDE3DFB0F1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BB0D444-C711-DEBB-E738-212A97E9950A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0AB387F6-E520-0891-8075-772831019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E8786870-3F00-B977-41DB-A32ACBFF8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Skills / </a:t>
            </a:r>
            <a:r>
              <a:rPr lang="en-US" altLang="ko-KR" sz="4000" b="1" dirty="0">
                <a:solidFill>
                  <a:srgbClr val="468260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46826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  <a:r>
              <a:rPr lang="en-US" altLang="ko-KR" dirty="0"/>
              <a:t>: 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  <a:r>
              <a:rPr lang="en-US" altLang="ko-KR" dirty="0"/>
              <a:t>: </a:t>
            </a: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  <a:r>
              <a:rPr lang="en-US" altLang="ko-KR" dirty="0"/>
              <a:t>: VPC</a:t>
            </a:r>
            <a:r>
              <a:rPr lang="ko-KR" altLang="en-US" dirty="0"/>
              <a:t>를 시작으로 전반적인 서버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  <a:r>
              <a:rPr lang="ko-KR" altLang="en-US" dirty="0"/>
              <a:t>구조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br>
              <a:rPr lang="en-US" altLang="ko-KR" dirty="0"/>
            </a:b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br>
              <a:rPr lang="en-US" altLang="ko-KR" dirty="0"/>
            </a:b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7413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A903D5A-445A-A020-A487-EA94B039C3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8DE821AF-FB9B-B8EC-1DB2-65B55CD430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85EAE2F-710E-5F01-C759-C702E48990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65B1D6D8-5D6F-08D8-3C27-F3D4C1EB62E9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74EF644-1277-F9C3-87E4-2D173A424397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399AFEC-4B42-CE11-74AC-A559613914C7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4CEA7FE-1B8C-6FB9-ABEB-8E9D53E39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7BD50618-B8C6-97E7-BAA7-750FCB0429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468260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  <a:r>
              <a:rPr lang="en-US" altLang="ko-KR" dirty="0"/>
              <a:t>: 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69B50FF-F99A-0EA4-527D-E60227D6FE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705CFF36-9176-7781-4251-C3F1806996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C906498-96E9-F608-D99A-3A38332C5C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3D37EC2E-C2B3-EE75-9E00-8FB00E3542A8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98B73C-61D9-6273-6C07-408C28AC1B32}"/>
              </a:ext>
            </a:extLst>
          </p:cNvPr>
          <p:cNvSpPr txBox="1"/>
          <p:nvPr/>
        </p:nvSpPr>
        <p:spPr>
          <a:xfrm>
            <a:off x="621792" y="564922"/>
            <a:ext cx="2819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Bootcamps</a:t>
            </a:r>
            <a:endParaRPr lang="ko-KR" altLang="en-US" sz="4000" b="1" dirty="0">
              <a:solidFill>
                <a:srgbClr val="46826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43F11-0B83-6810-B1FE-ACB6E0D1008E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effectLst/>
              </a:rPr>
              <a:t>SK Planet - T </a:t>
            </a:r>
            <a:r>
              <a:rPr lang="ko-KR" altLang="en-US" sz="2400" b="1" dirty="0">
                <a:effectLst/>
              </a:rPr>
              <a:t>아카데미 </a:t>
            </a:r>
            <a:r>
              <a:rPr lang="en-US" altLang="ko-KR" sz="2400" b="1" dirty="0">
                <a:effectLst/>
              </a:rPr>
              <a:t>ASAC </a:t>
            </a:r>
            <a:r>
              <a:rPr lang="ko-KR" altLang="en-US" sz="2400" b="1" dirty="0">
                <a:effectLst/>
              </a:rPr>
              <a:t>웹 </a:t>
            </a:r>
            <a:r>
              <a:rPr lang="ko-KR" altLang="en-US" sz="2400" b="1" dirty="0" err="1">
                <a:effectLst/>
              </a:rPr>
              <a:t>풀스택</a:t>
            </a:r>
            <a:r>
              <a:rPr lang="ko-KR" altLang="en-US" sz="2400" b="1" dirty="0">
                <a:effectLst/>
              </a:rPr>
              <a:t> </a:t>
            </a:r>
            <a:r>
              <a:rPr lang="en-US" altLang="ko-KR" sz="2400" b="1" dirty="0">
                <a:effectLst/>
              </a:rPr>
              <a:t>6</a:t>
            </a:r>
            <a:r>
              <a:rPr lang="ko-KR" altLang="en-US" sz="2400" b="1" dirty="0">
                <a:effectLst/>
              </a:rPr>
              <a:t>기 </a:t>
            </a:r>
            <a:endParaRPr lang="ko-KR" alt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54BFB-BEF8-F0B6-014B-2AD7CC2EB59E}"/>
              </a:ext>
            </a:extLst>
          </p:cNvPr>
          <p:cNvSpPr txBox="1"/>
          <p:nvPr/>
        </p:nvSpPr>
        <p:spPr>
          <a:xfrm>
            <a:off x="1146968" y="16782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2024.08 ~ 2025.02 (0.5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📄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소개서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📗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강의자료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최종 프로젝트 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🧑🏻‍🏫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강사 이력서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0B819-EE4C-89F5-ABD7-1CB2289362FE}"/>
              </a:ext>
            </a:extLst>
          </p:cNvPr>
          <p:cNvSpPr txBox="1"/>
          <p:nvPr/>
        </p:nvSpPr>
        <p:spPr>
          <a:xfrm>
            <a:off x="1146968" y="1996778"/>
            <a:ext cx="1124823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Android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개발자에서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웹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백엔드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개발자 전환을 위해 웹 기초 및</a:t>
            </a:r>
            <a:r>
              <a:rPr lang="en-US" altLang="ko-KR" sz="2200" b="1" dirty="0"/>
              <a:t> FE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풀스택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지식 함양</a:t>
            </a:r>
            <a:endParaRPr lang="en-US" altLang="ko-KR" sz="22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기초 및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아키텍팅과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CI/CD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브라우저와 웹 서버 및 AWS,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DNS와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SEO 및 웹 페이지 렌더링 패턴.</a:t>
            </a:r>
            <a:br>
              <a:rPr lang="en-US" altLang="ko-KR" dirty="0"/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사례 실습,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CI/CD 구축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Frontend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JS ES6 문법 및 JS 엔진 동작 원리.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타 프레임워크와의 차이.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서드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파티 라이브러리 실습 및 Next.js 원리 이해, 실습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Backend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Java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객체지향 프로그래밍 문법, 함수형 프로그래밍 확장 문법.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특장점과 연습.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AWS VPC 구성 및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Bastion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과 NAT 통한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Private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네트워크 내 EC2 구성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데이터베이스와 ERD, 인덱스 및 트랜잭션.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JPA를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DB 관리. 연관관계 맵핑 관련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어노테이션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실습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Security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원리. 인증과 인가 차이 및 SSO,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OAuth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원리. </a:t>
            </a:r>
            <a:endParaRPr lang="en-US" altLang="ko-KR" dirty="0"/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4개월 학습 후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Spring으로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외주 계약 프로젝트 개발, 실제 유저 기반 최종 납품 및 유지 보수 경험 </a:t>
            </a:r>
          </a:p>
        </p:txBody>
      </p:sp>
    </p:spTree>
    <p:extLst>
      <p:ext uri="{BB962C8B-B14F-4D97-AF65-F5344CB8AC3E}">
        <p14:creationId xmlns:p14="http://schemas.microsoft.com/office/powerpoint/2010/main" val="3606103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5583EC-9572-6A77-98E2-AF69D202F2F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Career / </a:t>
            </a:r>
            <a:r>
              <a:rPr lang="ko-KR" altLang="en-US" sz="4000" b="1" dirty="0" err="1">
                <a:solidFill>
                  <a:srgbClr val="468260"/>
                </a:solidFill>
              </a:rPr>
              <a:t>윈즈</a:t>
            </a:r>
            <a:r>
              <a:rPr lang="ko-KR" altLang="en-US" sz="4000" b="1" dirty="0">
                <a:solidFill>
                  <a:srgbClr val="468260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60C94C-FFF3-7EC2-4A8F-397FD50C3C09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서비스 사업 본부 연구 개발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6E5754-F934-DC4D-9F64-72EA97F2025E}"/>
              </a:ext>
            </a:extLst>
          </p:cNvPr>
          <p:cNvSpPr txBox="1"/>
          <p:nvPr/>
        </p:nvSpPr>
        <p:spPr>
          <a:xfrm>
            <a:off x="1146968" y="17036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2020.01 ~ 2022.10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10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회사 홈페이지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업력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25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  <a:effectLst/>
              </a:rPr>
              <a:t>년차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중소기업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사원수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45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53DC5-FA28-976E-0527-9B4A17756E15}"/>
              </a:ext>
            </a:extLst>
          </p:cNvPr>
          <p:cNvSpPr txBox="1"/>
          <p:nvPr/>
        </p:nvSpPr>
        <p:spPr>
          <a:xfrm>
            <a:off x="1146968" y="2072978"/>
            <a:ext cx="10664032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자사 안드로이드 앱 개발 및 유지보수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스마트폰 안심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파워백신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스마트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안심케어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세이퍼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OS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별 업데이트 사항 확인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 사용이 중지되는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(deprecated)</a:t>
            </a:r>
            <a:r>
              <a:rPr lang="ko-KR" altLang="en-US" dirty="0"/>
              <a:t> 기능들에 대한 영향도 분석</a:t>
            </a:r>
            <a:r>
              <a:rPr lang="en-US" altLang="ko-KR" dirty="0"/>
              <a:t> </a:t>
            </a:r>
            <a:r>
              <a:rPr lang="ko-KR" altLang="en-US" dirty="0"/>
              <a:t>및 대응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외부 라이브러리를 통해 다른 회사화의 협업 및 앱 서비스 범위 증대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기존 기능 고도화 및 신규 기능 개발을 통해 지속적인 서비스 제공 노력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서버 이전 작업 진행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레거시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-&gt;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클라우드 서버 이전 및 이기종 간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마이그레이션 진행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W</a:t>
            </a:r>
            <a:r>
              <a:rPr lang="en-US" altLang="ko-KR" dirty="0"/>
              <a:t>indow Server OS</a:t>
            </a:r>
            <a:r>
              <a:rPr lang="ko-KR" altLang="en-US" dirty="0"/>
              <a:t>에 </a:t>
            </a:r>
            <a:r>
              <a:rPr lang="en-US" altLang="ko-KR" dirty="0"/>
              <a:t>IIS</a:t>
            </a:r>
            <a:r>
              <a:rPr lang="ko-KR" altLang="en-US" dirty="0"/>
              <a:t>를 사용하는 </a:t>
            </a:r>
            <a:r>
              <a:rPr lang="en-US" altLang="ko-KR" dirty="0"/>
              <a:t>WAS </a:t>
            </a:r>
            <a:r>
              <a:rPr lang="ko-KR" altLang="en-US" dirty="0"/>
              <a:t>서버 환경 세팅 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DBMS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및 테이블 트리거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프로시저 및 데이터 이전 작업 </a:t>
            </a:r>
            <a:r>
              <a:rPr lang="ko-KR" altLang="en-US" dirty="0"/>
              <a:t>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기타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ko-KR" dirty="0"/>
              <a:t>ASP, ASP.NET</a:t>
            </a:r>
            <a:r>
              <a:rPr lang="ko-KR" altLang="en-US" dirty="0"/>
              <a:t>로 구성된 웹 서비스 유지보수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반기별 시행하는 모의 해킹 및 보안 점검 진행 후 취약점 보완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주기적인 모니터링을 통한 이슈 </a:t>
            </a:r>
            <a:r>
              <a:rPr lang="ko-KR" altLang="en-US" dirty="0" err="1"/>
              <a:t>트래킹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50312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02A3-6543-0A73-AA3C-BAE20E37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581E9-27A9-D3F5-6351-40729EF8E94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468260"/>
                </a:solidFill>
              </a:rPr>
              <a:t>윈즈</a:t>
            </a:r>
            <a:r>
              <a:rPr lang="ko-KR" altLang="en-US" sz="4000" b="1" dirty="0">
                <a:solidFill>
                  <a:srgbClr val="468260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8789B-D60C-B69D-1043-94AB3429D23D}"/>
              </a:ext>
            </a:extLst>
          </p:cNvPr>
          <p:cNvSpPr txBox="1"/>
          <p:nvPr/>
        </p:nvSpPr>
        <p:spPr>
          <a:xfrm>
            <a:off x="1146968" y="1272808"/>
            <a:ext cx="70191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9D3B6-9799-027C-B9DF-C1F6B196A04F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버전 업데이트 시 안드로이드 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A2D19F-8398-2770-2FB4-C321170BEAD3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B68F2-4A61-3729-364A-B7388C4C7717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effectLst/>
              </a:rPr>
              <a:t>🛠️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54C001-9DE5-B853-6B53-4A9F9AD5D2C3}"/>
              </a:ext>
            </a:extLst>
          </p:cNvPr>
          <p:cNvSpPr txBox="1"/>
          <p:nvPr/>
        </p:nvSpPr>
        <p:spPr>
          <a:xfrm>
            <a:off x="1146968" y="3469193"/>
            <a:ext cx="1123553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>
                <a:hlinkClick r:id="rId3"/>
              </a:rPr>
              <a:t>상세 보기</a:t>
            </a:r>
            <a:endParaRPr lang="en-US" altLang="ko-KR" sz="2200" b="1" dirty="0"/>
          </a:p>
        </p:txBody>
      </p:sp>
    </p:spTree>
    <p:extLst>
      <p:ext uri="{BB962C8B-B14F-4D97-AF65-F5344CB8AC3E}">
        <p14:creationId xmlns:p14="http://schemas.microsoft.com/office/powerpoint/2010/main" val="3779721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3EEA4-7402-42B7-6E93-E522FFE4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583BA0-5616-B838-810E-A2D91E81C124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468260"/>
                </a:solidFill>
              </a:rPr>
              <a:t>윈즈</a:t>
            </a:r>
            <a:r>
              <a:rPr lang="ko-KR" altLang="en-US" sz="4000" b="1" dirty="0">
                <a:solidFill>
                  <a:srgbClr val="468260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AD4A63-2BC2-F5D5-1B07-EACEB4C11BE1}"/>
              </a:ext>
            </a:extLst>
          </p:cNvPr>
          <p:cNvSpPr txBox="1"/>
          <p:nvPr/>
        </p:nvSpPr>
        <p:spPr>
          <a:xfrm>
            <a:off x="1146968" y="1272808"/>
            <a:ext cx="8301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2. </a:t>
            </a:r>
            <a:r>
              <a:rPr lang="en-US" altLang="ko-KR" sz="2400" b="1" dirty="0" err="1"/>
              <a:t>Ahnlab</a:t>
            </a:r>
            <a:r>
              <a:rPr lang="ko-KR" altLang="en-US" sz="2400" b="1" dirty="0"/>
              <a:t>의 </a:t>
            </a:r>
            <a:r>
              <a:rPr lang="ko-KR" altLang="en-US" sz="2400" b="1" dirty="0" err="1"/>
              <a:t>백신툴을</a:t>
            </a:r>
            <a:r>
              <a:rPr lang="ko-KR" altLang="en-US" sz="2400" b="1" dirty="0"/>
              <a:t> 이용한 실시간 감시 기능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7903C-8651-1C7B-B417-EE759E47D41C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기존 검사 기능 프로세스는 앱에 들어가 검사를 진행 해야만 위협 사항을 발견하는 프로세스로 구성됨</a:t>
            </a:r>
            <a:r>
              <a:rPr lang="en-US" altLang="ko-KR" dirty="0"/>
              <a:t>. </a:t>
            </a:r>
            <a:r>
              <a:rPr lang="ko-KR" altLang="en-US" dirty="0"/>
              <a:t>늘어가는 모바일 앱 피해 사태와 비교 해 볼 때</a:t>
            </a:r>
            <a:r>
              <a:rPr lang="en-US" altLang="ko-KR" dirty="0"/>
              <a:t>, </a:t>
            </a:r>
            <a:r>
              <a:rPr lang="ko-KR" altLang="en-US" dirty="0"/>
              <a:t>완전한 보안 서비스 제공이 어렵다는 판단이 들어 추가 기능이 필요한 것으로 결론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기존 </a:t>
            </a:r>
            <a:r>
              <a:rPr lang="en-US" altLang="ko-KR" dirty="0" err="1"/>
              <a:t>Ahnlab</a:t>
            </a:r>
            <a:r>
              <a:rPr lang="ko-KR" altLang="en-US" dirty="0"/>
              <a:t>에서 구매하며 사용하던 라이브러리</a:t>
            </a:r>
            <a:r>
              <a:rPr lang="en-US" altLang="ko-KR" dirty="0"/>
              <a:t>(MSDK)</a:t>
            </a:r>
            <a:r>
              <a:rPr lang="ko-KR" altLang="en-US" dirty="0"/>
              <a:t> 확인 결과</a:t>
            </a:r>
            <a:r>
              <a:rPr lang="en-US" altLang="ko-KR" dirty="0"/>
              <a:t>, </a:t>
            </a:r>
            <a:r>
              <a:rPr lang="ko-KR" altLang="en-US" dirty="0"/>
              <a:t>시간을 많이 들이지 않더라도 기능을 개발할 수 있음이 확인되어 고도화를 통해 앱 신규 기능 개발을 진행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638BDE-B03B-948D-840A-274508440A12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7F0B-A09A-9E3B-15C6-EF68E8F013A5}"/>
              </a:ext>
            </a:extLst>
          </p:cNvPr>
          <p:cNvSpPr txBox="1"/>
          <p:nvPr/>
        </p:nvSpPr>
        <p:spPr>
          <a:xfrm>
            <a:off x="1120555" y="3007528"/>
            <a:ext cx="925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effectLst/>
                <a:latin typeface="Apple Color Emoji"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Android(Android </a:t>
            </a:r>
            <a:r>
              <a:rPr lang="en-US" altLang="ko-KR" b="1" dirty="0" err="1">
                <a:effectLst/>
              </a:rPr>
              <a:t>BroadCast</a:t>
            </a:r>
            <a:r>
              <a:rPr lang="en-US" altLang="ko-KR" b="1" dirty="0">
                <a:effectLst/>
              </a:rPr>
              <a:t>), MSDK(</a:t>
            </a:r>
            <a:r>
              <a:rPr lang="ko-KR" altLang="en-US" b="1" dirty="0" err="1">
                <a:effectLst/>
              </a:rPr>
              <a:t>안랩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Mobile SDK)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5035F-4512-45C9-B716-E85DFA14130B}"/>
              </a:ext>
            </a:extLst>
          </p:cNvPr>
          <p:cNvSpPr txBox="1"/>
          <p:nvPr/>
        </p:nvSpPr>
        <p:spPr>
          <a:xfrm>
            <a:off x="1146968" y="3469193"/>
            <a:ext cx="112355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기존의 수동 검사 방식에서 벗어나 실시간으로 앱 설치 시 위협 여부 탐지 기능 제공</a:t>
            </a:r>
            <a:r>
              <a:rPr lang="en-US" altLang="ko-KR" dirty="0"/>
              <a:t>. </a:t>
            </a:r>
            <a:r>
              <a:rPr lang="ko-KR" altLang="en-US" dirty="0"/>
              <a:t>사용자의 개입 없이 자동으로 보안 기능이 실행되며 이를 통한 편의성 및 보안성 향상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Google Play </a:t>
            </a:r>
            <a:r>
              <a:rPr lang="ko-KR" altLang="en-US" dirty="0"/>
              <a:t>에 등록된 앱 뿐만이 아닌 </a:t>
            </a:r>
            <a:r>
              <a:rPr lang="en-US" altLang="ko-KR" dirty="0"/>
              <a:t>.</a:t>
            </a:r>
            <a:r>
              <a:rPr lang="en-US" altLang="ko-KR" dirty="0" err="1"/>
              <a:t>apk</a:t>
            </a:r>
            <a:r>
              <a:rPr lang="en-US" altLang="ko-KR" dirty="0"/>
              <a:t> </a:t>
            </a:r>
            <a:r>
              <a:rPr lang="ko-KR" altLang="en-US" dirty="0"/>
              <a:t>파일을 통한 앱 설치까지 감지 가능하며 보안 위협 대응력 강화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처음으로 사용자의 입장에서 어떠한 기능이 필요한 지 생각 해 보며</a:t>
            </a:r>
            <a:r>
              <a:rPr lang="en-US" altLang="ko-KR" dirty="0"/>
              <a:t> </a:t>
            </a:r>
            <a:r>
              <a:rPr lang="ko-KR" altLang="en-US" dirty="0"/>
              <a:t>이를 통해 어떠한 기능이 가장 효율적이며 사용자에게 필요한지</a:t>
            </a:r>
            <a:r>
              <a:rPr lang="en-US" altLang="ko-KR" dirty="0"/>
              <a:t>, </a:t>
            </a:r>
            <a:r>
              <a:rPr lang="ko-KR" altLang="en-US" dirty="0"/>
              <a:t>어떤 개발을 해야 최소한의 시간으로 최대한의 성과를 이룰 수 있는지 고민하며 개발을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>
                <a:hlinkClick r:id="rId2"/>
              </a:rPr>
              <a:t>상세 보기</a:t>
            </a:r>
            <a:endParaRPr lang="en-US" altLang="ko-KR" sz="2200" b="1" dirty="0"/>
          </a:p>
        </p:txBody>
      </p:sp>
    </p:spTree>
    <p:extLst>
      <p:ext uri="{BB962C8B-B14F-4D97-AF65-F5344CB8AC3E}">
        <p14:creationId xmlns:p14="http://schemas.microsoft.com/office/powerpoint/2010/main" val="1700720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468260"/>
                </a:solidFill>
              </a:rPr>
              <a:t>윈즈</a:t>
            </a:r>
            <a:r>
              <a:rPr lang="ko-KR" altLang="en-US" sz="4000" b="1" dirty="0">
                <a:solidFill>
                  <a:srgbClr val="468260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3. </a:t>
            </a:r>
            <a:r>
              <a:rPr lang="ko-KR" altLang="en-US" sz="2400" b="1" dirty="0"/>
              <a:t>모바일 원격 </a:t>
            </a:r>
            <a:r>
              <a:rPr lang="ko-KR" altLang="en-US" sz="2400" b="1" dirty="0" err="1"/>
              <a:t>점검툴</a:t>
            </a:r>
            <a:r>
              <a:rPr lang="ko-KR" altLang="en-US" sz="2400" b="1" dirty="0"/>
              <a:t> 그리기 기능 개발 및 삼성 </a:t>
            </a:r>
            <a:r>
              <a:rPr lang="en-US" altLang="ko-KR" sz="2400" b="1" dirty="0"/>
              <a:t>KNOX</a:t>
            </a:r>
            <a:r>
              <a:rPr lang="ko-KR" altLang="en-US" sz="2400" b="1" dirty="0"/>
              <a:t>를 사용한 터치 기능 고도화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2355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/>
              <a:t>Google</a:t>
            </a:r>
            <a:r>
              <a:rPr lang="ko-KR" altLang="en-US" dirty="0"/>
              <a:t>의 안드로이드 </a:t>
            </a:r>
            <a:r>
              <a:rPr lang="en-US" altLang="ko-KR" dirty="0"/>
              <a:t>OS </a:t>
            </a:r>
            <a:r>
              <a:rPr lang="ko-KR" altLang="en-US" dirty="0"/>
              <a:t>업데이트 흐름이 하드웨어 제어 </a:t>
            </a:r>
            <a:r>
              <a:rPr lang="en-US" altLang="ko-KR" dirty="0"/>
              <a:t>API</a:t>
            </a:r>
            <a:r>
              <a:rPr lang="ko-KR" altLang="en-US" dirty="0"/>
              <a:t>가 제한되는 추세</a:t>
            </a:r>
            <a:r>
              <a:rPr lang="en-US" altLang="ko-KR" dirty="0"/>
              <a:t>. </a:t>
            </a:r>
            <a:r>
              <a:rPr lang="ko-KR" altLang="en-US" dirty="0"/>
              <a:t>이에 따라 앱의 기능들이 점점 사용할 수 없게 되어가는 상황에서 서비스 유지를 위해 기능 고도화 필요</a:t>
            </a:r>
            <a:r>
              <a:rPr lang="en-US" altLang="ko-KR" dirty="0"/>
              <a:t>. Google</a:t>
            </a:r>
            <a:r>
              <a:rPr lang="ko-KR" altLang="en-US" dirty="0"/>
              <a:t>의 안드로이드 </a:t>
            </a:r>
            <a:r>
              <a:rPr lang="en-US" altLang="ko-KR" dirty="0"/>
              <a:t>SDK</a:t>
            </a:r>
            <a:r>
              <a:rPr lang="ko-KR" altLang="en-US" dirty="0"/>
              <a:t>를 넘어선 외부 </a:t>
            </a:r>
            <a:r>
              <a:rPr lang="en-US" altLang="ko-KR" dirty="0"/>
              <a:t>API</a:t>
            </a:r>
            <a:r>
              <a:rPr lang="ko-KR" altLang="en-US" dirty="0"/>
              <a:t>를 활용하여 기존 기능의 고도화 및 서비스 유지를 목표로 하는 프로젝트 진행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effectLst/>
              </a:rPr>
              <a:t>🛠️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8" y="3469193"/>
            <a:ext cx="112355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>
                <a:hlinkClick r:id="rId2"/>
              </a:rPr>
              <a:t>상세 보기</a:t>
            </a:r>
            <a:endParaRPr lang="en-US" altLang="ko-KR" sz="2200" b="1" dirty="0"/>
          </a:p>
        </p:txBody>
      </p:sp>
    </p:spTree>
    <p:extLst>
      <p:ext uri="{BB962C8B-B14F-4D97-AF65-F5344CB8AC3E}">
        <p14:creationId xmlns:p14="http://schemas.microsoft.com/office/powerpoint/2010/main" val="3024926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5DB12-3830-F6FF-CD97-775087BE0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3E4FD2-4CED-BA58-365F-05C3927E40C5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468260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468260"/>
                </a:solidFill>
              </a:rPr>
              <a:t>윈즈</a:t>
            </a:r>
            <a:r>
              <a:rPr lang="ko-KR" altLang="en-US" sz="4000" b="1" dirty="0">
                <a:solidFill>
                  <a:srgbClr val="468260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EC7464-7C15-E7AE-AAAD-6F2B68556ACD}"/>
              </a:ext>
            </a:extLst>
          </p:cNvPr>
          <p:cNvSpPr txBox="1"/>
          <p:nvPr/>
        </p:nvSpPr>
        <p:spPr>
          <a:xfrm>
            <a:off x="1146968" y="1272808"/>
            <a:ext cx="70191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109F05-0D68-CFA6-0C88-31D145230F9C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버전 업데이트 시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9A7620E-9F10-315F-2602-92BDFFC78BE6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D2131-0028-CBB1-13BD-368E26844660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effectLst/>
              </a:rPr>
              <a:t>🛠️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69DE8F-1603-DF89-1710-02E4D57B2D6B}"/>
              </a:ext>
            </a:extLst>
          </p:cNvPr>
          <p:cNvSpPr txBox="1"/>
          <p:nvPr/>
        </p:nvSpPr>
        <p:spPr>
          <a:xfrm>
            <a:off x="1146968" y="3469193"/>
            <a:ext cx="112355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>
                <a:hlinkClick r:id="rId3"/>
              </a:rPr>
              <a:t>상세 보기</a:t>
            </a:r>
            <a:endParaRPr lang="en-US" altLang="ko-KR" sz="2200" b="1" dirty="0"/>
          </a:p>
        </p:txBody>
      </p:sp>
    </p:spTree>
    <p:extLst>
      <p:ext uri="{BB962C8B-B14F-4D97-AF65-F5344CB8AC3E}">
        <p14:creationId xmlns:p14="http://schemas.microsoft.com/office/powerpoint/2010/main" val="685160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SUIT Variable Medium"/>
        <a:ea typeface="SUIT Variable Medium"/>
        <a:cs typeface=""/>
      </a:majorFont>
      <a:minorFont>
        <a:latin typeface="SUIT Variable"/>
        <a:ea typeface="SUIT Variable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215</TotalTime>
  <Words>1695</Words>
  <Application>Microsoft Office PowerPoint</Application>
  <PresentationFormat>사용자 지정</PresentationFormat>
  <Paragraphs>149</Paragraphs>
  <Slides>10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Apple Color Emoji</vt:lpstr>
      <vt:lpstr>SUIT Variable</vt:lpstr>
      <vt:lpstr>SUIT Variable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14</cp:revision>
  <dcterms:created xsi:type="dcterms:W3CDTF">2025-02-04T07:41:41Z</dcterms:created>
  <dcterms:modified xsi:type="dcterms:W3CDTF">2025-05-06T09:24:08Z</dcterms:modified>
</cp:coreProperties>
</file>