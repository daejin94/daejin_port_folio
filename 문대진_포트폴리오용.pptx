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handoutMasterIdLst>
    <p:handoutMasterId r:id="rId3"/>
  </p:handoutMasterIdLst>
  <p:sldIdLst>
    <p:sldId id="256" r:id="rId2"/>
  </p:sldIdLst>
  <p:sldSz cx="14257338" cy="80200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2525"/>
    <a:srgbClr val="57B5AF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94681" autoAdjust="0"/>
  </p:normalViewPr>
  <p:slideViewPr>
    <p:cSldViewPr snapToGrid="0">
      <p:cViewPr>
        <p:scale>
          <a:sx n="75" d="100"/>
          <a:sy n="75" d="100"/>
        </p:scale>
        <p:origin x="828" y="51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775BDF-20AD-D86C-3053-50526BEDF5B0}"/>
              </a:ext>
            </a:extLst>
          </p:cNvPr>
          <p:cNvSpPr/>
          <p:nvPr/>
        </p:nvSpPr>
        <p:spPr>
          <a:xfrm>
            <a:off x="4971396" y="1556049"/>
            <a:ext cx="8103473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5BAE1D-55F8-1197-A2DF-9FBBDF1C1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8775"/>
            <a:ext cx="3578757" cy="4762500"/>
          </a:xfrm>
          <a:prstGeom prst="roundRect">
            <a:avLst>
              <a:gd name="adj" fmla="val 26317"/>
            </a:avLst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319E8-A721-72C4-BBB0-C22656583289}"/>
              </a:ext>
            </a:extLst>
          </p:cNvPr>
          <p:cNvSpPr txBox="1"/>
          <p:nvPr/>
        </p:nvSpPr>
        <p:spPr>
          <a:xfrm>
            <a:off x="478971" y="564922"/>
            <a:ext cx="41448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/>
              <a:t>문대진 </a:t>
            </a:r>
            <a:r>
              <a:rPr lang="en-US" altLang="ko-KR" sz="4000" b="1" dirty="0"/>
              <a:t>Portfolio</a:t>
            </a:r>
            <a:endParaRPr lang="ko-KR" altLang="en-US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ACD85-82D5-168C-C714-69186C0D0439}"/>
              </a:ext>
            </a:extLst>
          </p:cNvPr>
          <p:cNvSpPr txBox="1"/>
          <p:nvPr/>
        </p:nvSpPr>
        <p:spPr>
          <a:xfrm>
            <a:off x="4951571" y="1628775"/>
            <a:ext cx="8301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/>
              <a:t>💡 </a:t>
            </a:r>
            <a:r>
              <a:rPr lang="ko-KR" altLang="en-US" sz="2400" b="1" dirty="0">
                <a:solidFill>
                  <a:srgbClr val="57B5AF"/>
                </a:solidFill>
              </a:rPr>
              <a:t>다양한 경험</a:t>
            </a:r>
            <a:r>
              <a:rPr lang="ko-KR" altLang="en-US" sz="2400" b="1" dirty="0"/>
              <a:t>을 통해 </a:t>
            </a:r>
            <a:r>
              <a:rPr lang="ko-KR" altLang="en-US" sz="2400" b="1" dirty="0">
                <a:solidFill>
                  <a:srgbClr val="57B5AF"/>
                </a:solidFill>
              </a:rPr>
              <a:t>사용자의 만족감을 고민</a:t>
            </a:r>
            <a:r>
              <a:rPr lang="ko-KR" altLang="en-US" sz="2400" b="1" dirty="0"/>
              <a:t>하는 </a:t>
            </a:r>
            <a:r>
              <a:rPr lang="ko-KR" altLang="en-US" sz="2400" b="1" dirty="0" err="1"/>
              <a:t>백엔드</a:t>
            </a:r>
            <a:r>
              <a:rPr lang="ko-KR" altLang="en-US" sz="2400" b="1" dirty="0"/>
              <a:t> 개발자</a:t>
            </a:r>
            <a:endParaRPr lang="ko-KR" altLang="en-US" sz="23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51361-F773-C97A-D4C5-3DB0EF73BB00}"/>
              </a:ext>
            </a:extLst>
          </p:cNvPr>
          <p:cNvSpPr txBox="1"/>
          <p:nvPr/>
        </p:nvSpPr>
        <p:spPr>
          <a:xfrm>
            <a:off x="4951571" y="23168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🚩 </a:t>
            </a:r>
            <a:r>
              <a:rPr lang="en-US" altLang="ko-KR" sz="2200" b="1" dirty="0"/>
              <a:t>Contact me</a:t>
            </a:r>
            <a:endParaRPr lang="ko-KR" altLang="en-US" sz="2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D49BD-15C6-D122-3435-1E2FDD67B046}"/>
              </a:ext>
            </a:extLst>
          </p:cNvPr>
          <p:cNvSpPr txBox="1"/>
          <p:nvPr/>
        </p:nvSpPr>
        <p:spPr>
          <a:xfrm>
            <a:off x="5108027" y="2747753"/>
            <a:ext cx="511724" cy="1707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📧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📞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  <a:latin typeface="Apple Color Emoji"/>
              </a:rPr>
              <a:t>👾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🔗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994823-E5DF-BDF0-ECD9-6CA0614FBEBF}"/>
              </a:ext>
            </a:extLst>
          </p:cNvPr>
          <p:cNvSpPr txBox="1"/>
          <p:nvPr/>
        </p:nvSpPr>
        <p:spPr>
          <a:xfrm>
            <a:off x="5696334" y="2747753"/>
            <a:ext cx="513955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eowls1358@gmail.com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010-5555-6666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https://github.com/daejin94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https://velog.io/@q1w2e3r4/posts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2077E-9821-BCE7-288E-E57B3F0728D7}"/>
              </a:ext>
            </a:extLst>
          </p:cNvPr>
          <p:cNvSpPr txBox="1"/>
          <p:nvPr/>
        </p:nvSpPr>
        <p:spPr>
          <a:xfrm>
            <a:off x="4951571" y="46702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🏫 </a:t>
            </a:r>
            <a:r>
              <a:rPr lang="en-US" altLang="ko-KR" sz="2200" b="1" dirty="0"/>
              <a:t>Education</a:t>
            </a:r>
            <a:endParaRPr lang="ko-KR" altLang="en-US" sz="2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28F81-E8CB-ED0E-2726-E95F919BD11E}"/>
              </a:ext>
            </a:extLst>
          </p:cNvPr>
          <p:cNvSpPr txBox="1"/>
          <p:nvPr/>
        </p:nvSpPr>
        <p:spPr>
          <a:xfrm>
            <a:off x="849981" y="6476154"/>
            <a:ext cx="34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Backend Developer</a:t>
            </a:r>
            <a:endParaRPr lang="ko-KR" alt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B52106-A335-583C-2506-EAB31E345892}"/>
              </a:ext>
            </a:extLst>
          </p:cNvPr>
          <p:cNvSpPr txBox="1"/>
          <p:nvPr/>
        </p:nvSpPr>
        <p:spPr>
          <a:xfrm>
            <a:off x="5031444" y="5170712"/>
            <a:ext cx="6648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b="1" dirty="0"/>
              <a:t>1</a:t>
            </a:r>
            <a:r>
              <a:rPr lang="ko-KR" altLang="en-US" b="1" dirty="0"/>
              <a:t>년</a:t>
            </a:r>
            <a:endParaRPr lang="en-US" altLang="ko-KR" b="1" dirty="0"/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8DBE5-C52C-F8C1-D354-DA1273133B88}"/>
              </a:ext>
            </a:extLst>
          </p:cNvPr>
          <p:cNvSpPr txBox="1"/>
          <p:nvPr/>
        </p:nvSpPr>
        <p:spPr>
          <a:xfrm>
            <a:off x="5696334" y="5170712"/>
            <a:ext cx="696556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신구대학교 </a:t>
            </a:r>
            <a:r>
              <a:rPr lang="en-US" altLang="ko-KR" b="1" dirty="0"/>
              <a:t>IT </a:t>
            </a:r>
            <a:r>
              <a:rPr lang="ko-KR" altLang="en-US" b="1" dirty="0"/>
              <a:t>미디어 학과 전공 심화 과정 </a:t>
            </a:r>
            <a:r>
              <a:rPr lang="en-US" altLang="ko-KR" b="1" dirty="0"/>
              <a:t>(</a:t>
            </a:r>
            <a:r>
              <a:rPr lang="ko-KR" altLang="en-US" b="1" dirty="0"/>
              <a:t>야간</a:t>
            </a:r>
            <a:r>
              <a:rPr lang="en-US" altLang="ko-KR" b="1" dirty="0"/>
              <a:t>)</a:t>
            </a:r>
            <a:r>
              <a:rPr lang="ko-KR" altLang="en-US" b="1" dirty="0"/>
              <a:t> 졸업 </a:t>
            </a:r>
            <a:r>
              <a:rPr lang="en-US" altLang="ko-KR" b="1" dirty="0"/>
              <a:t>(21.03 ~ (22.02)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신구대학교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IT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미디어 학과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(13.03 ~ 19.02)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경기 광주 중앙 고등학교 산업 기계과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(10.03 ~ 13.02)</a:t>
            </a:r>
          </a:p>
        </p:txBody>
      </p:sp>
    </p:spTree>
    <p:extLst>
      <p:ext uri="{BB962C8B-B14F-4D97-AF65-F5344CB8AC3E}">
        <p14:creationId xmlns:p14="http://schemas.microsoft.com/office/powerpoint/2010/main" val="2629253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SUIT Variable Medium"/>
        <a:ea typeface="SUIT Variable Medium"/>
        <a:cs typeface=""/>
      </a:majorFont>
      <a:minorFont>
        <a:latin typeface="SUIT Variable"/>
        <a:ea typeface="SUIT Variable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84</TotalTime>
  <Words>89</Words>
  <Application>Microsoft Office PowerPoint</Application>
  <PresentationFormat>사용자 지정</PresentationFormat>
  <Paragraphs>19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Apple Color Emoji</vt:lpstr>
      <vt:lpstr>SUIT Variable</vt:lpstr>
      <vt:lpstr>SUIT Variable Medium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7</cp:revision>
  <dcterms:created xsi:type="dcterms:W3CDTF">2025-02-04T07:41:41Z</dcterms:created>
  <dcterms:modified xsi:type="dcterms:W3CDTF">2025-05-06T07:09:36Z</dcterms:modified>
</cp:coreProperties>
</file>